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3" d="100"/>
          <a:sy n="73" d="100"/>
        </p:scale>
        <p:origin x="1896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1883D-B3D1-495C-BEED-9128D84A4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114D16-06FC-48AF-B0D3-512DD12F6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4F92F1-C832-47C1-A38E-87EEEB47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170974-A715-4C9C-9C46-7F7DCD87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BC4132-D315-48A1-9FA6-D1D57A25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217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5CF18-4D03-4EA4-B335-7485CDD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F22F96-6E4B-48DF-ABD8-AE8AD2EFE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A2FF66-A629-4066-A160-B8242DD3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44EEFD-FD5B-4FA9-A560-82961C67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15A69-DDEC-488F-B5BD-99BEEA78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53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4BBF8-3887-4D73-B83E-E819B6A5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D7BCB5-F684-4465-B3AC-72361767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A87E27-E356-4C8F-BCB5-1A16AF3F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B6D04C-F218-4FE6-99D2-BEE326F9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5406DE-E3B7-4644-BE04-2F65B2A1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15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67CCC-41D8-4E1F-B09F-116A6435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24F6D3-488F-4C2F-9DE8-AE33B2AE5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57095C-1148-43EC-9AC7-A0442B528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E81F16-8359-48A9-8CDC-E750CE34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200E2A-BEC9-4BF1-8F0D-B0D49F8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4D951D-79E1-4C64-A613-314618C0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020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6FA812-EFFD-420B-AC6A-A52F1CD7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9253CC-0BA8-44E9-83D2-0060498AE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D63CAB-A4D0-4CA4-AAAE-9D18A351B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F13C94-516E-408A-A049-2C063136F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A00439-045F-49D4-AC3B-8EC2B355F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0236C8-AEA2-4962-859C-570D91DB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0F70DE5-3E2F-49CB-B166-C612F1A3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6427D1-1774-4A43-A9AB-D49764D5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26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01A35-2976-479C-B4E9-2DEF8181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B10909-1B34-4EC4-9177-B0B1B777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FA2535-87D3-4180-9049-95AB7F9D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B0E056-B223-4991-A9DF-9A925FB5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50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8F2907-ED4E-4BDB-A018-D19E765C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014C3C-E66B-4452-AF90-6C0DA98E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F9182D-AD21-43BD-973E-1FDC8C55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26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F89FB-DFB9-4D24-BCAB-AD775B67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69CA47-3AC8-47C8-901D-737840F8C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CC1C30-D5C4-4A8A-848A-14B383D71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F31F6C-7A31-4E4B-9D80-546AFA49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807F27-097E-4E3F-9ED7-F267947B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B15CA7-09C8-4D9F-A828-FC1BA35C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54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84828E-BCE6-4389-AE53-3C67F2DE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743DA7-6291-45D9-A005-438EA4481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E8AC2E-505E-4BC4-8BC9-0940B6173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CC4C65-F482-4417-9783-904D8319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6C2C71-8E67-44E2-B25E-86B55CD9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DE45B8-FB14-42B4-AFA4-57FC9BD8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44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C6E3F-6B67-4CD9-A2C8-19BFAD63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E12F74-F7B6-4A6F-A2AA-9FE73D028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A3A4E8-8A3D-4499-A0DF-2AD3C0F6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E9B31C-6666-4F53-BC93-74F01085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DF7BD-0483-4175-9E79-7DC4C3C9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95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EF8E9D7-6E5B-41E3-8366-AE222F422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9B7820-A516-4DE2-B354-391BFE42F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0555D6-7C8C-42F1-ABC2-1231E97B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E455A4-E7A5-454A-B7C3-AB6512A3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71C440-068F-47B4-BE7C-5A4568EB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51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1196AC-E2C5-4A55-9EB8-103C08E2A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69ED4B-5F0C-4678-B605-73CC88BBC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F2E8C8-F74F-419B-BC8A-C888BD679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10755-288C-433D-A167-AE87CF1AC647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C29B64-D459-489C-B296-10AE9536B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07484-F715-4340-A964-3DD0DE6FF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E199F-9893-4FA0-A1C6-4527E99CD4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04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3FFBDBB-BAD0-44A4-860F-D0989B270A9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121" y="778746"/>
            <a:ext cx="3437240" cy="2650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FAA8F21-63FF-41C8-9605-EABB286ACA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352" y="778746"/>
            <a:ext cx="3437240" cy="2650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D5CEDF5-1E0E-4CC7-A15E-079E64AC362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991" y="3924462"/>
            <a:ext cx="3437239" cy="265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1F379B1-5E9E-4E95-AE54-63262803C7C6}"/>
              </a:ext>
            </a:extLst>
          </p:cNvPr>
          <p:cNvSpPr txBox="1"/>
          <p:nvPr/>
        </p:nvSpPr>
        <p:spPr>
          <a:xfrm>
            <a:off x="1996494" y="5940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7FBBBB9-E991-478C-A096-E138D5BEA1BA}"/>
              </a:ext>
            </a:extLst>
          </p:cNvPr>
          <p:cNvSpPr txBox="1"/>
          <p:nvPr/>
        </p:nvSpPr>
        <p:spPr>
          <a:xfrm>
            <a:off x="6113577" y="5940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1C75020-4C8C-4C48-BCC5-5812919A5D44}"/>
              </a:ext>
            </a:extLst>
          </p:cNvPr>
          <p:cNvSpPr txBox="1"/>
          <p:nvPr/>
        </p:nvSpPr>
        <p:spPr>
          <a:xfrm>
            <a:off x="3921942" y="37397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CB4DFE-71D2-4943-81FD-2A33B46AB782}"/>
              </a:ext>
            </a:extLst>
          </p:cNvPr>
          <p:cNvSpPr txBox="1"/>
          <p:nvPr/>
        </p:nvSpPr>
        <p:spPr>
          <a:xfrm>
            <a:off x="3009014" y="3462797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BE6E30-ECBB-4B2F-9DE1-96F5C46ED4F7}"/>
              </a:ext>
            </a:extLst>
          </p:cNvPr>
          <p:cNvSpPr txBox="1"/>
          <p:nvPr/>
        </p:nvSpPr>
        <p:spPr>
          <a:xfrm>
            <a:off x="7074195" y="3462797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B7B1BC0-7F54-4C68-B71A-7617A1EC39EA}"/>
              </a:ext>
            </a:extLst>
          </p:cNvPr>
          <p:cNvSpPr txBox="1"/>
          <p:nvPr/>
        </p:nvSpPr>
        <p:spPr>
          <a:xfrm>
            <a:off x="4844902" y="6571575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4CB223-9D6E-4891-88B1-6B144C7CC163}"/>
              </a:ext>
            </a:extLst>
          </p:cNvPr>
          <p:cNvSpPr txBox="1"/>
          <p:nvPr/>
        </p:nvSpPr>
        <p:spPr>
          <a:xfrm>
            <a:off x="4487019" y="3475166"/>
            <a:ext cx="667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MedOff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547DB56-94DF-4100-A27D-027C6FFED15C}"/>
              </a:ext>
            </a:extLst>
          </p:cNvPr>
          <p:cNvSpPr txBox="1"/>
          <p:nvPr/>
        </p:nvSpPr>
        <p:spPr>
          <a:xfrm>
            <a:off x="8567096" y="3466434"/>
            <a:ext cx="667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MedOff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546FF99-95D5-44D2-8AD6-CEFB946BB207}"/>
              </a:ext>
            </a:extLst>
          </p:cNvPr>
          <p:cNvSpPr txBox="1"/>
          <p:nvPr/>
        </p:nvSpPr>
        <p:spPr>
          <a:xfrm>
            <a:off x="6406896" y="6571575"/>
            <a:ext cx="667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MedOff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CDC78A1-F05D-4BF1-A951-3B42E4EABEBE}"/>
              </a:ext>
            </a:extLst>
          </p:cNvPr>
          <p:cNvSpPr/>
          <p:nvPr/>
        </p:nvSpPr>
        <p:spPr>
          <a:xfrm>
            <a:off x="6266121" y="1584250"/>
            <a:ext cx="140775" cy="1136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AE4218D-5AC9-4A37-B5B1-98B1AF75A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074" y="2507103"/>
            <a:ext cx="151203" cy="20432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A340BD0-3865-4D56-AE6F-217D92C0B6B6}"/>
              </a:ext>
            </a:extLst>
          </p:cNvPr>
          <p:cNvSpPr txBox="1"/>
          <p:nvPr/>
        </p:nvSpPr>
        <p:spPr>
          <a:xfrm>
            <a:off x="6174925" y="1389335"/>
            <a:ext cx="323165" cy="11535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de-DE" sz="900" dirty="0">
                <a:latin typeface="Segoe UI" panose="020B0502040204020203" pitchFamily="34" charset="0"/>
                <a:cs typeface="Segoe UI" panose="020B0502040204020203" pitchFamily="34" charset="0"/>
              </a:rPr>
              <a:t>(in beats per </a:t>
            </a:r>
            <a:r>
              <a:rPr lang="en-GB" sz="900" dirty="0">
                <a:latin typeface="Segoe UI" panose="020B0502040204020203" pitchFamily="34" charset="0"/>
                <a:cs typeface="Segoe UI" panose="020B0502040204020203" pitchFamily="34" charset="0"/>
              </a:rPr>
              <a:t>minute</a:t>
            </a:r>
            <a:r>
              <a:rPr lang="de-DE" sz="9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568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1D07F0E-2161-460C-AA9C-E4A202DA885F}"/>
              </a:ext>
            </a:extLst>
          </p:cNvPr>
          <p:cNvGrpSpPr/>
          <p:nvPr/>
        </p:nvGrpSpPr>
        <p:grpSpPr>
          <a:xfrm>
            <a:off x="688124" y="0"/>
            <a:ext cx="10560900" cy="7040880"/>
            <a:chOff x="531369" y="0"/>
            <a:chExt cx="10560900" cy="7040880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ECDE9E3A-07C5-47AB-A814-8AF0FFB322AC}"/>
                </a:ext>
              </a:extLst>
            </p:cNvPr>
            <p:cNvGrpSpPr/>
            <p:nvPr/>
          </p:nvGrpSpPr>
          <p:grpSpPr>
            <a:xfrm>
              <a:off x="861263" y="182880"/>
              <a:ext cx="10231006" cy="6858000"/>
              <a:chOff x="861263" y="182880"/>
              <a:chExt cx="10231006" cy="6858000"/>
            </a:xfrm>
          </p:grpSpPr>
          <p:pic>
            <p:nvPicPr>
              <p:cNvPr id="4" name="Grafik 3">
                <a:extLst>
                  <a:ext uri="{FF2B5EF4-FFF2-40B4-BE49-F238E27FC236}">
                    <a16:creationId xmlns:a16="http://schemas.microsoft.com/office/drawing/2014/main" id="{063F0F7B-3043-4130-8829-899287F480A1}"/>
                  </a:ext>
                </a:extLst>
              </p:cNvPr>
              <p:cNvPicPr/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9774" y="182880"/>
                <a:ext cx="4722495" cy="3429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7A85905B-B4D3-45D0-ADF9-E9B9D91EB61D}"/>
                  </a:ext>
                </a:extLst>
              </p:cNvPr>
              <p:cNvPicPr/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1263" y="182880"/>
                <a:ext cx="4722496" cy="3429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rafik 5">
                <a:extLst>
                  <a:ext uri="{FF2B5EF4-FFF2-40B4-BE49-F238E27FC236}">
                    <a16:creationId xmlns:a16="http://schemas.microsoft.com/office/drawing/2014/main" id="{BDB5E914-AE31-4990-8704-EA142BD50200}"/>
                  </a:ext>
                </a:extLst>
              </p:cNvPr>
              <p:cNvPicPr/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4752" y="3611880"/>
                <a:ext cx="4722495" cy="342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7A9FAF24-7415-491F-B772-1F2533A9EB62}"/>
                </a:ext>
              </a:extLst>
            </p:cNvPr>
            <p:cNvSpPr txBox="1"/>
            <p:nvPr/>
          </p:nvSpPr>
          <p:spPr>
            <a:xfrm>
              <a:off x="531369" y="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A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CCFF74E-A615-4CA5-A379-5494AE96ED82}"/>
                </a:ext>
              </a:extLst>
            </p:cNvPr>
            <p:cNvSpPr txBox="1"/>
            <p:nvPr/>
          </p:nvSpPr>
          <p:spPr>
            <a:xfrm>
              <a:off x="6060074" y="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302DC4E-AACA-4AE5-B91A-0D80D3800499}"/>
                </a:ext>
              </a:extLst>
            </p:cNvPr>
            <p:cNvSpPr txBox="1"/>
            <p:nvPr/>
          </p:nvSpPr>
          <p:spPr>
            <a:xfrm>
              <a:off x="3426654" y="361188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748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9328E97-A920-41BE-B7EB-C3A8E7EC8353}"/>
              </a:ext>
            </a:extLst>
          </p:cNvPr>
          <p:cNvGrpSpPr/>
          <p:nvPr/>
        </p:nvGrpSpPr>
        <p:grpSpPr>
          <a:xfrm>
            <a:off x="538562" y="1237224"/>
            <a:ext cx="10972850" cy="4245045"/>
            <a:chOff x="538562" y="1237224"/>
            <a:chExt cx="10972850" cy="4245045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5FDF0DC4-0215-4568-96F7-72DA74CC69B6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5987" y="1375724"/>
              <a:ext cx="5305425" cy="4106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BA7C9CDA-9DE9-4821-8A03-F24EAB35618A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588" y="1375724"/>
              <a:ext cx="5305425" cy="41065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F41DE5E1-DABE-43E5-9083-ACCD88212BF4}"/>
                </a:ext>
              </a:extLst>
            </p:cNvPr>
            <p:cNvSpPr txBox="1"/>
            <p:nvPr/>
          </p:nvSpPr>
          <p:spPr>
            <a:xfrm>
              <a:off x="538562" y="1237224"/>
              <a:ext cx="2840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A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A81F0FC-68B1-424F-82F1-0234F8617E90}"/>
                </a:ext>
              </a:extLst>
            </p:cNvPr>
            <p:cNvSpPr txBox="1"/>
            <p:nvPr/>
          </p:nvSpPr>
          <p:spPr>
            <a:xfrm>
              <a:off x="6069571" y="1237225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972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16FE3F5-5792-443C-A19B-5CDF827C246F}"/>
              </a:ext>
            </a:extLst>
          </p:cNvPr>
          <p:cNvGrpSpPr/>
          <p:nvPr/>
        </p:nvGrpSpPr>
        <p:grpSpPr>
          <a:xfrm>
            <a:off x="85752" y="1944218"/>
            <a:ext cx="11863908" cy="3284326"/>
            <a:chOff x="85752" y="1944218"/>
            <a:chExt cx="11863908" cy="3284326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F0887771-1B3E-4021-90AA-B034661EACFB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42" y="2151969"/>
              <a:ext cx="5724525" cy="307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464C9608-166B-4D74-8A46-3581B72554B1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5135" y="2151968"/>
              <a:ext cx="5724525" cy="3076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2648A10-F14C-4EDA-B573-E28BC688DD48}"/>
                </a:ext>
              </a:extLst>
            </p:cNvPr>
            <p:cNvSpPr txBox="1"/>
            <p:nvPr/>
          </p:nvSpPr>
          <p:spPr>
            <a:xfrm>
              <a:off x="85752" y="1944218"/>
              <a:ext cx="2840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A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4DEF93E-315E-4EE2-B558-7644F80B4DBE}"/>
                </a:ext>
              </a:extLst>
            </p:cNvPr>
            <p:cNvSpPr txBox="1"/>
            <p:nvPr/>
          </p:nvSpPr>
          <p:spPr>
            <a:xfrm>
              <a:off x="5952303" y="194421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348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8CFE71D-544D-4D3A-B682-92E8031EC1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0" y="1876425"/>
            <a:ext cx="57150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127721E-BB64-491C-8EDE-0AFDAEAC567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462" y="1876425"/>
            <a:ext cx="57150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5A0E2F6-9AFE-4EFC-B647-CE61DF0FEF86}"/>
              </a:ext>
            </a:extLst>
          </p:cNvPr>
          <p:cNvSpPr txBox="1"/>
          <p:nvPr/>
        </p:nvSpPr>
        <p:spPr>
          <a:xfrm>
            <a:off x="225863" y="1737924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031B93F-A906-42A8-84EC-652C68A90580}"/>
              </a:ext>
            </a:extLst>
          </p:cNvPr>
          <p:cNvSpPr txBox="1"/>
          <p:nvPr/>
        </p:nvSpPr>
        <p:spPr>
          <a:xfrm>
            <a:off x="6096000" y="1737924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5381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20CD93F5-EAC4-4C07-B638-97945DDD5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55" y="3540034"/>
            <a:ext cx="4629090" cy="322528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87A8739-A10F-4010-8494-0A950F51C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876" y="203710"/>
            <a:ext cx="4629090" cy="32252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EDEBB3F-14D4-4D57-950E-210A263EF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34" y="203711"/>
            <a:ext cx="4629090" cy="3225289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DD9C3C7-FEAB-495F-BD52-BF11C56823A4}"/>
              </a:ext>
            </a:extLst>
          </p:cNvPr>
          <p:cNvSpPr txBox="1"/>
          <p:nvPr/>
        </p:nvSpPr>
        <p:spPr>
          <a:xfrm>
            <a:off x="652982" y="20370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9A1E7E1-8C6B-41F3-9EB2-E7584B3796DD}"/>
              </a:ext>
            </a:extLst>
          </p:cNvPr>
          <p:cNvSpPr txBox="1"/>
          <p:nvPr/>
        </p:nvSpPr>
        <p:spPr>
          <a:xfrm>
            <a:off x="6353044" y="203710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3D0D030-406C-44E8-A997-89683C93DA93}"/>
              </a:ext>
            </a:extLst>
          </p:cNvPr>
          <p:cNvSpPr txBox="1"/>
          <p:nvPr/>
        </p:nvSpPr>
        <p:spPr>
          <a:xfrm>
            <a:off x="3508623" y="354003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0059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4178946-7717-4097-A30F-8A9F998C0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868" y="1933303"/>
            <a:ext cx="5214575" cy="36332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43AE25C-AAF1-4C25-93A9-635EF85BE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8" y="1933303"/>
            <a:ext cx="5214575" cy="363322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FA05DBC-39CB-447E-A9B2-502FDD4155EB}"/>
              </a:ext>
            </a:extLst>
          </p:cNvPr>
          <p:cNvSpPr txBox="1"/>
          <p:nvPr/>
        </p:nvSpPr>
        <p:spPr>
          <a:xfrm>
            <a:off x="332974" y="1933302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E2FF09-13BA-403A-8436-6F0E8F84AD6A}"/>
              </a:ext>
            </a:extLst>
          </p:cNvPr>
          <p:cNvSpPr txBox="1"/>
          <p:nvPr/>
        </p:nvSpPr>
        <p:spPr>
          <a:xfrm>
            <a:off x="6033036" y="193330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4459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50758-9846-40CF-AAA7-7870EB87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22968B-F995-4E7A-8455-7C18A8C3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56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6663F-FC64-4D9F-8BE4-E63D876C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07A4CC-5592-4C23-8A1F-1C2EC545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24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8463C-63F9-488B-981A-C5C90551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022588-1024-456E-9988-1D02A69A1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23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E022A-EA26-4ED3-AF20-3C53630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B383B-E374-4B86-B5B5-42C5FFC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240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BA5F7-B9B9-45B2-BB7E-2083F661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5E471F-3E49-47C8-872A-46DE32B4E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5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775C9-679F-42DE-8157-A6C4186F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8A1FD8-F02C-4704-B9B6-690E2569E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06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1774B-D0F3-46D6-B903-74B3AFCF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F30F6F-0547-4920-80EB-617A3F76F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772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4D401-970A-4EA2-AC29-BEC8ED1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CEF266-B07D-4355-B4C7-298DF0ED6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23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Breitbild</PresentationFormat>
  <Paragraphs>24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Paulsen, Lisa Sophie</dc:creator>
  <cp:lastModifiedBy>Paulsen, Lisa Sophie</cp:lastModifiedBy>
  <cp:revision>13</cp:revision>
  <dcterms:created xsi:type="dcterms:W3CDTF">2025-10-13T10:19:58Z</dcterms:created>
  <dcterms:modified xsi:type="dcterms:W3CDTF">2025-10-13T16:10:16Z</dcterms:modified>
</cp:coreProperties>
</file>