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73" d="100"/>
          <a:sy n="73" d="100"/>
        </p:scale>
        <p:origin x="1974" y="9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91883D-B3D1-495C-BEED-9128D84A46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1114D16-06FC-48AF-B0D3-512DD12F6E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F4F92F1-C832-47C1-A38E-87EEEB47D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10755-288C-433D-A167-AE87CF1AC647}" type="datetimeFigureOut">
              <a:rPr lang="de-DE" smtClean="0"/>
              <a:t>13.10.2025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1170974-A715-4C9C-9C46-7F7DCD878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DBC4132-D315-48A1-9FA6-D1D57A25A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E199F-9893-4FA0-A1C6-4527E99CD44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82177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25CF18-4D03-4EA4-B335-7485CDDF5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FF22F96-6E4B-48DF-ABD8-AE8AD2EFEE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A2FF66-A629-4066-A160-B8242DD3D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10755-288C-433D-A167-AE87CF1AC647}" type="datetimeFigureOut">
              <a:rPr lang="de-DE" smtClean="0"/>
              <a:t>13.10.2025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F44EEFD-FD5B-4FA9-A560-82961C670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B415A69-DDEC-488F-B5BD-99BEEA78D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E199F-9893-4FA0-A1C6-4527E99CD44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55394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A4BBF8-3887-4D73-B83E-E819B6A57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4D7BCB5-F684-4465-B3AC-7236176776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0A87E27-E356-4C8F-BCB5-1A16AF3F94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10755-288C-433D-A167-AE87CF1AC647}" type="datetimeFigureOut">
              <a:rPr lang="de-DE" smtClean="0"/>
              <a:t>13.10.2025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EB6D04C-F218-4FE6-99D2-BEE326F9C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5406DE-E3B7-4644-BE04-2F65B2A1F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E199F-9893-4FA0-A1C6-4527E99CD44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8154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F67CCC-41D8-4E1F-B09F-116A64355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724F6D3-488F-4C2F-9DE8-AE33B2AE59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557095C-1148-43EC-9AC7-A0442B5284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EE81F16-8359-48A9-8CDC-E750CE342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10755-288C-433D-A167-AE87CF1AC647}" type="datetimeFigureOut">
              <a:rPr lang="de-DE" smtClean="0"/>
              <a:t>13.10.2025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C200E2A-BEC9-4BF1-8F0D-B0D49F8F2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A4D951D-79E1-4C64-A613-314618C06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E199F-9893-4FA0-A1C6-4527E99CD44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02045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6FA812-EFFD-420B-AC6A-A52F1CD70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C9253CC-0BA8-44E9-83D2-0060498AEB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BD63CAB-A4D0-4CA4-AAAE-9D18A351BC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FF13C94-516E-408A-A049-2C063136F9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DEA00439-045F-49D4-AC3B-8EC2B355F5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B0236C8-AEA2-4962-859C-570D91DB7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10755-288C-433D-A167-AE87CF1AC647}" type="datetimeFigureOut">
              <a:rPr lang="de-DE" smtClean="0"/>
              <a:t>13.10.2025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0F70DE5-3E2F-49CB-B166-C612F1A31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B6427D1-1774-4A43-A9AB-D49764D53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E199F-9893-4FA0-A1C6-4527E99CD44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26238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201A35-2976-479C-B4E9-2DEF81817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4B10909-1B34-4EC4-9177-B0B1B777D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10755-288C-433D-A167-AE87CF1AC647}" type="datetimeFigureOut">
              <a:rPr lang="de-DE" smtClean="0"/>
              <a:t>13.10.2025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EFA2535-87D3-4180-9049-95AB7F9D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8B0E056-B223-4991-A9DF-9A925FB50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E199F-9893-4FA0-A1C6-4527E99CD44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35043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C8F2907-ED4E-4BDB-A018-D19E765C1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10755-288C-433D-A167-AE87CF1AC647}" type="datetimeFigureOut">
              <a:rPr lang="de-DE" smtClean="0"/>
              <a:t>13.10.2025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C014C3C-E66B-4452-AF90-6C0DA98E6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F9182D-AD21-43BD-973E-1FDC8C55D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E199F-9893-4FA0-A1C6-4527E99CD44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2226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AF89FB-DFB9-4D24-BCAB-AD775B672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69CA47-3AC8-47C8-901D-737840F8C8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BCC1C30-D5C4-4A8A-848A-14B383D71C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1F31F6C-7A31-4E4B-9D80-546AFA49D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10755-288C-433D-A167-AE87CF1AC647}" type="datetimeFigureOut">
              <a:rPr lang="de-DE" smtClean="0"/>
              <a:t>13.10.2025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8807F27-097E-4E3F-9ED7-F267947B43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4B15CA7-09C8-4D9F-A828-FC1BA35CB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E199F-9893-4FA0-A1C6-4527E99CD44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75480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84828E-BCE6-4389-AE53-3C67F2DE4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4743DA7-6291-45D9-A005-438EA44812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4E8AC2E-505E-4BC4-8BC9-0940B61733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1CC4C65-F482-4417-9783-904D83198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10755-288C-433D-A167-AE87CF1AC647}" type="datetimeFigureOut">
              <a:rPr lang="de-DE" smtClean="0"/>
              <a:t>13.10.2025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C6C2C71-8E67-44E2-B25E-86B55CD9D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4DE45B8-FB14-42B4-AFA4-57FC9BD8E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E199F-9893-4FA0-A1C6-4527E99CD44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8443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9C6E3F-6B67-4CD9-A2C8-19BFAD631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DE12F74-F7B6-4A6F-A2AA-9FE73D028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CA3A4E8-8A3D-4499-A0DF-2AD3C0F6E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10755-288C-433D-A167-AE87CF1AC647}" type="datetimeFigureOut">
              <a:rPr lang="de-DE" smtClean="0"/>
              <a:t>13.10.2025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7E9B31C-6666-4F53-BC93-74F010855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1DF7BD-0483-4175-9E79-7DC4C3C96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E199F-9893-4FA0-A1C6-4527E99CD44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0952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EF8E9D7-6E5B-41E3-8366-AE222F422A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C9B7820-A516-4DE2-B354-391BFE42FD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60555D6-7C8C-42F1-ABC2-1231E97B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10755-288C-433D-A167-AE87CF1AC647}" type="datetimeFigureOut">
              <a:rPr lang="de-DE" smtClean="0"/>
              <a:t>13.10.2025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E455A4-E7A5-454A-B7C3-AB6512A38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971C440-068F-47B4-BE7C-5A4568EB2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E199F-9893-4FA0-A1C6-4527E99CD44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27516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D1196AC-E2C5-4A55-9EB8-103C08E2A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369ED4B-5F0C-4678-B605-73CC88BBC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8F2E8C8-F74F-419B-BC8A-C888BD679A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10755-288C-433D-A167-AE87CF1AC647}" type="datetimeFigureOut">
              <a:rPr lang="de-DE" smtClean="0"/>
              <a:t>13.10.2025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3C29B64-D459-489C-B296-10AE9536B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807484-F715-4340-A964-3DD0DE6FFD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4E199F-9893-4FA0-A1C6-4527E99CD44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042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F3FFBDBB-BAD0-44A4-860F-D0989B270A91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6121" y="778746"/>
            <a:ext cx="3437240" cy="2650254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DFAA8F21-63FF-41C8-9605-EABB286ACAD4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5352" y="778746"/>
            <a:ext cx="3437240" cy="2650254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8D5CEDF5-1E0E-4CC7-A15E-079E64AC362B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5991" y="3924462"/>
            <a:ext cx="3437239" cy="265025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51F379B1-5E9E-4E95-AE54-63262803C7C6}"/>
              </a:ext>
            </a:extLst>
          </p:cNvPr>
          <p:cNvSpPr txBox="1"/>
          <p:nvPr/>
        </p:nvSpPr>
        <p:spPr>
          <a:xfrm>
            <a:off x="1996494" y="59408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7FBBBB9-E991-478C-A096-E138D5BEA1BA}"/>
              </a:ext>
            </a:extLst>
          </p:cNvPr>
          <p:cNvSpPr txBox="1"/>
          <p:nvPr/>
        </p:nvSpPr>
        <p:spPr>
          <a:xfrm>
            <a:off x="6113577" y="594080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1C75020-4C8C-4C48-BCC5-5812919A5D44}"/>
              </a:ext>
            </a:extLst>
          </p:cNvPr>
          <p:cNvSpPr txBox="1"/>
          <p:nvPr/>
        </p:nvSpPr>
        <p:spPr>
          <a:xfrm>
            <a:off x="3921942" y="373979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DCB4DFE-71D2-4943-81FD-2A33B46AB782}"/>
              </a:ext>
            </a:extLst>
          </p:cNvPr>
          <p:cNvSpPr txBox="1"/>
          <p:nvPr/>
        </p:nvSpPr>
        <p:spPr>
          <a:xfrm>
            <a:off x="3009014" y="3462797"/>
            <a:ext cx="655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MedOn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DBE6E30-ECBB-4B2F-9DE1-96F5C46ED4F7}"/>
              </a:ext>
            </a:extLst>
          </p:cNvPr>
          <p:cNvSpPr txBox="1"/>
          <p:nvPr/>
        </p:nvSpPr>
        <p:spPr>
          <a:xfrm>
            <a:off x="7074195" y="3462797"/>
            <a:ext cx="655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MedOn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B7B1BC0-7F54-4C68-B71A-7617A1EC39EA}"/>
              </a:ext>
            </a:extLst>
          </p:cNvPr>
          <p:cNvSpPr txBox="1"/>
          <p:nvPr/>
        </p:nvSpPr>
        <p:spPr>
          <a:xfrm>
            <a:off x="4844902" y="6571575"/>
            <a:ext cx="655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MedOn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A4CB223-9D6E-4891-88B1-6B144C7CC163}"/>
              </a:ext>
            </a:extLst>
          </p:cNvPr>
          <p:cNvSpPr txBox="1"/>
          <p:nvPr/>
        </p:nvSpPr>
        <p:spPr>
          <a:xfrm>
            <a:off x="4487019" y="3475166"/>
            <a:ext cx="6672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MedOff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547DB56-94DF-4100-A27D-027C6FFED15C}"/>
              </a:ext>
            </a:extLst>
          </p:cNvPr>
          <p:cNvSpPr txBox="1"/>
          <p:nvPr/>
        </p:nvSpPr>
        <p:spPr>
          <a:xfrm>
            <a:off x="8567096" y="3466434"/>
            <a:ext cx="6672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MedOff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F546FF99-95D5-44D2-8AD6-CEFB946BB207}"/>
              </a:ext>
            </a:extLst>
          </p:cNvPr>
          <p:cNvSpPr txBox="1"/>
          <p:nvPr/>
        </p:nvSpPr>
        <p:spPr>
          <a:xfrm>
            <a:off x="6406896" y="6571575"/>
            <a:ext cx="6672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/>
              <a:t>MedOff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CDC78A1-F05D-4BF1-A951-3B42E4EABEBE}"/>
              </a:ext>
            </a:extLst>
          </p:cNvPr>
          <p:cNvSpPr/>
          <p:nvPr/>
        </p:nvSpPr>
        <p:spPr>
          <a:xfrm>
            <a:off x="6266121" y="1584250"/>
            <a:ext cx="140775" cy="113620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DAE4218D-5AC9-4A37-B5B1-98B1AF75AF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2074" y="2507103"/>
            <a:ext cx="151203" cy="204328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CA340BD0-3865-4D56-AE6F-217D92C0B6B6}"/>
              </a:ext>
            </a:extLst>
          </p:cNvPr>
          <p:cNvSpPr txBox="1"/>
          <p:nvPr/>
        </p:nvSpPr>
        <p:spPr>
          <a:xfrm>
            <a:off x="6174925" y="1389335"/>
            <a:ext cx="323165" cy="1153521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de-DE" sz="900" dirty="0">
                <a:latin typeface="Segoe UI" panose="020B0502040204020203" pitchFamily="34" charset="0"/>
                <a:cs typeface="Segoe UI" panose="020B0502040204020203" pitchFamily="34" charset="0"/>
              </a:rPr>
              <a:t>(in beats per </a:t>
            </a:r>
            <a:r>
              <a:rPr lang="en-GB" sz="900" dirty="0">
                <a:latin typeface="Segoe UI" panose="020B0502040204020203" pitchFamily="34" charset="0"/>
                <a:cs typeface="Segoe UI" panose="020B0502040204020203" pitchFamily="34" charset="0"/>
              </a:rPr>
              <a:t>minute</a:t>
            </a:r>
            <a:r>
              <a:rPr lang="de-DE" sz="900" dirty="0"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756856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72374E-7A95-46E8-AE14-911905BC2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AF60F78-699F-4164-B367-B8780211D8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7484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5C09FE-0A1D-4E3F-93FB-8AB335246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2D9A8FE-47FB-4F8F-A5BA-5736512815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9726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</Words>
  <Application>Microsoft Office PowerPoint</Application>
  <PresentationFormat>Breitbild</PresentationFormat>
  <Paragraphs>10</Paragraphs>
  <Slides>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Segoe UI</vt:lpstr>
      <vt:lpstr>Office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Paulsen, Lisa Sophie</dc:creator>
  <cp:lastModifiedBy>Paulsen, Lisa Sophie</cp:lastModifiedBy>
  <cp:revision>6</cp:revision>
  <dcterms:created xsi:type="dcterms:W3CDTF">2025-10-13T10:19:58Z</dcterms:created>
  <dcterms:modified xsi:type="dcterms:W3CDTF">2025-10-13T12:23:24Z</dcterms:modified>
</cp:coreProperties>
</file>